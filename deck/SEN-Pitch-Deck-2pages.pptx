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A251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56032"/>
            <a:ext cx="8412480" cy="36576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384048"/>
            <a:ext cx="347472" cy="347472"/>
          </a:xfrm>
          <a:prstGeom prst="ellipse">
            <a:avLst/>
          </a:prstGeom>
          <a:solidFill>
            <a:srgbClr val="DA251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84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840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DA2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4114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Superteam VN bounty  ·  Solana  ·  Freelancer / agency cross-border payout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paid from the world. Keep more of it.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128016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Onchain settlement rail for Vietnam freelancers &amp; agencies — not a domestic MoMo clone.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A71B1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91440" cy="1828800"/>
          </a:xfrm>
          <a:prstGeom prst="rect">
            <a:avLst/>
          </a:prstGeom>
          <a:solidFill>
            <a:srgbClr val="DA251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83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A2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THE BUSINESS TODAY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084832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Who: </a:t>
            </a:r>
            <a:pPr indent="0" marL="0">
              <a:buNone/>
            </a:pPr>
            <a:r>
              <a:rPr lang="en-US" sz="10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 freelancers &amp; small agencies paid by US/EU/SG/AU clients.
</a:t>
            </a:r>
            <a:pPr indent="0" marL="0">
              <a:buNone/>
            </a:pPr>
            <a:r>
              <a:rPr lang="en-US" sz="100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 </a:t>
            </a:r>
            <a:pPr indent="0" marL="0">
              <a:buNone/>
            </a:pPr>
            <a:r>
              <a:rPr lang="en-US" sz="10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→ Upwork / Payoneer / Wise / bank → fee + FX + hold → VND.
</a:t>
            </a:r>
            <a:pPr indent="0" marL="0">
              <a:buNone/>
            </a:pPr>
            <a:r>
              <a:rPr lang="en-US" sz="100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Pain: </a:t>
            </a:r>
            <a:pPr indent="0" marL="0">
              <a:buNone/>
            </a:pPr>
            <a:r>
              <a:rPr lang="en-US" sz="10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~$1,000 invoices, stacked fees often leave ~$920–950 after days. Worst band: $200–$5,000 (too small for SWIFT, too frequent for banks).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DA251D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7830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WHY ONCHAIN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08483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VND rails (MoMo/VNPay) already work. The broken middle mile is small cross-border settlement.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060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USDC on Solana: minutes, cents-level network fees
</a:t>
            </a:r>
            <a:pPr indent="0" marL="0">
              <a:buNone/>
            </a:pPr>
            <a:r>
              <a:rPr lang="en-US" sz="1000" dirty="0">
                <a:solidFill>
                  <a:srgbClr val="FFE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client pay without correspondent stack
</a:t>
            </a:r>
            <a:pPr indent="0" marL="0">
              <a:buNone/>
            </a:pPr>
            <a:r>
              <a:rPr lang="en-US" sz="1000" dirty="0">
                <a:solidFill>
                  <a:srgbClr val="FFE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On-chain tx = immutable receipt for both sides
</a:t>
            </a:r>
            <a:pPr indent="0" marL="0">
              <a:buNone/>
            </a:pPr>
            <a:r>
              <a:rPr lang="en-US" sz="1000" dirty="0">
                <a:solidFill>
                  <a:srgbClr val="FFE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Honest limit: off-ramp VND, tax, contracts stay hybrid Web2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8458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822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2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on $1k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~$50–80 fees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+ 2–7 days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0" y="3886200"/>
            <a:ext cx="13716" cy="731520"/>
          </a:xfrm>
          <a:prstGeom prst="rect">
            <a:avLst/>
          </a:prstGeom>
          <a:solidFill>
            <a:srgbClr val="F0D0C8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3822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2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target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 settle leg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minutes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886200"/>
            <a:ext cx="13716" cy="731520"/>
          </a:xfrm>
          <a:prstGeom prst="rect">
            <a:avLst/>
          </a:prstGeom>
          <a:solidFill>
            <a:srgbClr val="F0D0C8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822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2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a new token)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886200"/>
            <a:ext cx="13716" cy="731520"/>
          </a:xfrm>
          <a:prstGeom prst="rect">
            <a:avLst/>
          </a:prstGeom>
          <a:solidFill>
            <a:srgbClr val="F0D0C8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3822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2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4096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of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domestic P2P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1/2  ·  ★ Vietnam-first  ·  English &amp; Vietnamese equally welcome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A251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56032"/>
            <a:ext cx="8412480" cy="36576"/>
          </a:xfrm>
          <a:prstGeom prst="rect">
            <a:avLst/>
          </a:prstGeom>
          <a:solidFill>
            <a:srgbClr val="FFCD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840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A2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in practice  ·  What’s next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960120"/>
            <a:ext cx="292608" cy="292608"/>
          </a:xfrm>
          <a:prstGeom prst="ellipse">
            <a:avLst/>
          </a:prstGeom>
          <a:solidFill>
            <a:srgbClr val="DA251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invoice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1627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amount, client, note → Solana Pay link + QR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82296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960120"/>
            <a:ext cx="292608" cy="292608"/>
          </a:xfrm>
          <a:prstGeom prst="ellipse">
            <a:avLst/>
          </a:prstGeom>
          <a:solidFill>
            <a:srgbClr val="DA251D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70048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pays USDC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70048" y="1627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wallet / country. Stable settlement, no SWIFT stack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960120"/>
            <a:ext cx="292608" cy="292608"/>
          </a:xfrm>
          <a:prstGeom prst="ellipse">
            <a:avLst/>
          </a:prstGeom>
          <a:solidFill>
            <a:srgbClr val="DA251D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receive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1627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credit + on-chain receipt in minutes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82296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DA251D"/>
          </a:solidFill>
          <a:ln/>
        </p:spPr>
      </p:sp>
      <p:sp>
        <p:nvSpPr>
          <p:cNvPr id="23" name="Shape 21"/>
          <p:cNvSpPr/>
          <p:nvPr/>
        </p:nvSpPr>
        <p:spPr>
          <a:xfrm>
            <a:off x="7086600" y="960120"/>
            <a:ext cx="292608" cy="292608"/>
          </a:xfrm>
          <a:prstGeom prst="ellipse">
            <a:avLst/>
          </a:prstGeom>
          <a:solidFill>
            <a:srgbClr val="FFCD00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960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59168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59168" y="1627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USDC · agency batch split · later VND off-ramp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42316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5420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A2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MVP / PROTOTYPE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2852928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web prototype (included):
</a:t>
            </a:r>
            <a:pPr indent="0" marL="0">
              <a:buNone/>
            </a:pPr>
            <a:r>
              <a:rPr lang="en-US" sz="11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Landing — problem, why onchain, honesty limits
</a:t>
            </a:r>
            <a:pPr indent="0" marL="0">
              <a:buNone/>
            </a:pPr>
            <a:r>
              <a:rPr lang="en-US" sz="11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 — earnings, open invoices
</a:t>
            </a:r>
            <a:pPr indent="0" marL="0">
              <a:buNone/>
            </a:pPr>
            <a:r>
              <a:rPr lang="en-US" sz="11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invoice → client pay (QR) → paid receipt
</a:t>
            </a:r>
            <a:pPr indent="0" marL="0">
              <a:buNone/>
            </a:pPr>
            <a:r>
              <a:rPr lang="en-US" sz="1100" dirty="0">
                <a:solidFill>
                  <a:srgbClr val="5C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Agency batch payout (split to team)
</a:t>
            </a:r>
            <a:pPr indent="0" marL="0">
              <a:buNone/>
            </a:pPr>
            <a:r>
              <a:rPr lang="en-US" sz="1100" b="1" dirty="0">
                <a:solidFill>
                  <a:srgbClr val="DA2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 prototype/index.html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423160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A71B15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5420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WHAT’S NEXT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2852928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interviews (fee % / days / client readiness)
</a:t>
            </a:r>
            <a:pPr indent="0" marL="0">
              <a:buNone/>
            </a:pPr>
            <a:r>
              <a:rPr lang="en-US" sz="11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1–2: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Devnet Solana Pay happy path
</a:t>
            </a:r>
            <a:pPr indent="0" marL="0">
              <a:buNone/>
            </a:pPr>
            <a:r>
              <a:rPr lang="en-US" sz="11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beta 5 agencies, USDC-in only
</a:t>
            </a:r>
            <a:pPr indent="0" marL="0">
              <a:buNone/>
            </a:pPr>
            <a:r>
              <a:rPr lang="en-US" sz="11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2–3: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off-ramp partner + tax export
</a:t>
            </a:r>
            <a:pPr indent="0" marL="0">
              <a:buNone/>
            </a:pPr>
            <a:r>
              <a:rPr lang="en-US" sz="1100" b="1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frame: </a:t>
            </a:r>
            <a:pPr indent="0" marL="0">
              <a:buNone/>
            </a:pPr>
            <a:r>
              <a:rPr lang="en-US" sz="1100" dirty="0">
                <a:solidFill>
                  <a:srgbClr val="FFE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tool, not deposit-taking e-wallet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526280"/>
            <a:ext cx="8458200" cy="384048"/>
          </a:xfrm>
          <a:prstGeom prst="roundRect">
            <a:avLst>
              <a:gd name="adj" fmla="val 14286"/>
            </a:avLst>
          </a:prstGeom>
          <a:solidFill>
            <a:srgbClr val="DA251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526280"/>
            <a:ext cx="8275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SEN  ·  Lotus mark of rising value  ·  Built for Vietnam operators exporting services  ·  Page 2/2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 — Cross-border payout for Vietnam freelancers</dc:title>
  <dc:subject>Superteam Vietnam bounty submission</dc:subject>
  <dc:creator>SEN</dc:creator>
  <cp:lastModifiedBy>SEN</cp:lastModifiedBy>
  <cp:revision>1</cp:revision>
  <dcterms:created xsi:type="dcterms:W3CDTF">2026-07-23T07:06:58Z</dcterms:created>
  <dcterms:modified xsi:type="dcterms:W3CDTF">2026-07-23T07:06:58Z</dcterms:modified>
</cp:coreProperties>
</file>